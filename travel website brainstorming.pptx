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9"/>
  </p:normalViewPr>
  <p:slideViewPr>
    <p:cSldViewPr snapToGrid="0">
      <p:cViewPr varScale="1">
        <p:scale>
          <a:sx n="95" d="100"/>
          <a:sy n="95" d="100"/>
        </p:scale>
        <p:origin x="131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71FCE-FBE7-BFE9-7961-02DF1634DC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7F9DE1-A06A-07C9-AFFD-87C48A183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FB94F-5F7B-3D79-E715-0A647E00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CC17D-3504-6568-3464-98A0AA000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61434-8F21-3F29-9575-1C4D0648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89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BEDB-0D92-86E4-C310-F685AAF8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389D4-CDFB-04E2-8ED9-E7B68C354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93733-1295-630D-F485-0C50D4C65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ECB42-003F-2E97-B411-510510918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9BDEA-2CBC-6A21-FB56-9EDB9068B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70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5609-D390-41BB-273E-C16D83FE1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5963A6-C10D-1141-D65F-38F8ABF6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811B-E199-2677-F43E-604993C83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27E92A-052A-CAB8-C57A-82020925B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E79EC-8BB9-67F8-8AF7-563E0D15E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927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516EA-D29D-FDE8-13EC-997CB9377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7FA9B8-6FD7-0D25-C83E-9ABBBF3347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D1E52B-754D-699A-510E-11079A827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C52B04-3CF6-D4D5-E0D0-94DD722C4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D6FEDA-44F4-6985-ACF0-27397C669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8F1F7-CE8A-9C27-DB39-8A1AE8384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498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992D5-5A89-B049-EDED-EDEAACE32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CDA26-B49C-7DFF-A7E6-ACE4FFCAC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2ED8BD-E976-16C8-51BF-3E8AAE0B2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98518B-D764-C4E4-18EA-B3517B05D0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71B87-E6E5-C6BB-D9EF-E14B9315AB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910A51-9CE1-E646-2D1D-2B10010A5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33CD7-19C2-14CE-971B-3E82F9B75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F63CC8-EBF4-DFEA-6590-4A8ADCBD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571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8E21C-20D2-982A-303F-1A9C26753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A584B9-BA7A-AB90-CABE-2DCD7BE3B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A5B5E-2616-9799-0BEF-7D8C8A94F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83CD1-5BD4-EF60-5969-D61571087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166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E01D68-2491-C3B1-025B-B26D0F53F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F4FDAE-73EF-84FE-B551-7D1F796EA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08935-0818-68AF-1D90-75EE44A6A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434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E9AD9-1EC8-2D89-6817-08931CDF1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F6C60-E8D2-E93E-ABCA-9C5E8A499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4FC11E-3131-B598-8A0D-37E747BABE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BECAF-8436-3DCA-5589-E57870F3A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59C04-C42E-3EA5-05B8-17EDEF774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AD5312-0819-F40B-2643-846866CF9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96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D4CF5-1F61-C9DB-DF01-705019F8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4F0B49-BD4A-355C-AE20-8E02CC322A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01B15D-3C65-9CBE-55C5-AD3B715B4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0C9D4-CB9F-F8D7-09A5-70DA999E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F80FF-5EF7-5981-D7E1-ACDDCCAE3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5AF0B1-B07A-5A72-AFA8-B63CAA7CF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41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DBF40-81B5-C8AA-B6B3-10A1A5FB9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5A22E-23BB-896A-C28B-D6FE65CEC0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1E6EF-B723-F932-12F1-3988DFC3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F8410-58DC-D746-AB4E-6E967F497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95F44-F556-10D0-B373-2FD1C71E3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9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D560E6-C9B7-843E-C4EB-62A4B10CA2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148415-1C16-F9EE-5D17-421CCC21AD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9F876-B0BA-0B3C-0506-FBC1FC848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23C3-9DBE-DB8F-CDA5-EEAE4C658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0FDFA-1CA6-41B3-262B-AEDA7D03E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510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680305-05C2-3CE7-7525-966D78F24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315F06-6EC4-A434-17F4-64DCF107A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67A1C-2784-A43D-625E-98FE5EF8D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15E1E-7116-EC49-8E72-958C6A2002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2CE13D-263B-BD8A-85E6-4B2511C4B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8D3DA-180B-B185-7593-AD3A254F3D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C40637-8263-0C42-A7A6-B2BB986925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28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B0869A4F-2753-4916-306C-AC7FCEAF8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225049"/>
              </p:ext>
            </p:extLst>
          </p:nvPr>
        </p:nvGraphicFramePr>
        <p:xfrm>
          <a:off x="7548282" y="2996931"/>
          <a:ext cx="2581835" cy="1722120"/>
        </p:xfrm>
        <a:graphic>
          <a:graphicData uri="http://schemas.openxmlformats.org/drawingml/2006/table">
            <a:tbl>
              <a:tblPr/>
              <a:tblGrid>
                <a:gridCol w="1920689">
                  <a:extLst>
                    <a:ext uri="{9D8B030D-6E8A-4147-A177-3AD203B41FA5}">
                      <a16:colId xmlns:a16="http://schemas.microsoft.com/office/drawing/2014/main" val="2008389459"/>
                    </a:ext>
                  </a:extLst>
                </a:gridCol>
                <a:gridCol w="661146">
                  <a:extLst>
                    <a:ext uri="{9D8B030D-6E8A-4147-A177-3AD203B41FA5}">
                      <a16:colId xmlns:a16="http://schemas.microsoft.com/office/drawing/2014/main" val="3018078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Category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6989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Dedicated GF establishments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535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Menu labeling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8414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Staff knowledge &amp; safety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3874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Density of GF dining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881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GF grocery availability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892367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53276621-1F86-B4C0-FC15-CBC1F2D4CD2E}"/>
              </a:ext>
            </a:extLst>
          </p:cNvPr>
          <p:cNvSpPr txBox="1"/>
          <p:nvPr/>
        </p:nvSpPr>
        <p:spPr>
          <a:xfrm>
            <a:off x="7676028" y="5192311"/>
            <a:ext cx="19901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dirty="0"/>
              <a:t>🌾 </a:t>
            </a:r>
            <a:r>
              <a:rPr lang="en-US" sz="1100" b="1" dirty="0"/>
              <a:t>Celiac Travel Difficulty</a:t>
            </a:r>
            <a:endParaRPr lang="en-US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100" dirty="0"/>
              <a:t>🟢 Easy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dirty="0"/>
              <a:t>🟡 Moderate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100" dirty="0"/>
              <a:t>🔴 Difficult</a:t>
            </a:r>
          </a:p>
        </p:txBody>
      </p:sp>
      <p:pic>
        <p:nvPicPr>
          <p:cNvPr id="32" name="Picture 31" descr="A screenshot of a website&#10;&#10;AI-generated content may be incorrect.">
            <a:extLst>
              <a:ext uri="{FF2B5EF4-FFF2-40B4-BE49-F238E27FC236}">
                <a16:creationId xmlns:a16="http://schemas.microsoft.com/office/drawing/2014/main" id="{6B00A92D-DA18-80B5-E9EF-0322AE3A0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535" y="16839"/>
            <a:ext cx="11066929" cy="212211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8141762-991E-EC1D-CBAE-896E4135400B}"/>
              </a:ext>
            </a:extLst>
          </p:cNvPr>
          <p:cNvSpPr txBox="1"/>
          <p:nvPr/>
        </p:nvSpPr>
        <p:spPr>
          <a:xfrm>
            <a:off x="491483" y="2084294"/>
            <a:ext cx="321421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Where to stay $?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Getting around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Landmarks &amp; must sees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Neighborhoods to know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Things to do $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pack $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Travel tips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What I’d do differently?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64A6BE-2BE4-C5E8-E958-EC853AE61509}"/>
              </a:ext>
            </a:extLst>
          </p:cNvPr>
          <p:cNvSpPr txBox="1"/>
          <p:nvPr/>
        </p:nvSpPr>
        <p:spPr>
          <a:xfrm>
            <a:off x="4222376" y="2138949"/>
            <a:ext cx="2245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Gluten free survival guide: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 phrases in local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Grocery stores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Safe cuisines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100% GF places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56C6D8-83BD-65E7-AAE5-DC5B40F99BC3}"/>
              </a:ext>
            </a:extLst>
          </p:cNvPr>
          <p:cNvSpPr txBox="1"/>
          <p:nvPr/>
        </p:nvSpPr>
        <p:spPr>
          <a:xfrm>
            <a:off x="7548282" y="2138949"/>
            <a:ext cx="2245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Gluten free friendliness score:</a:t>
            </a:r>
          </a:p>
        </p:txBody>
      </p:sp>
    </p:spTree>
    <p:extLst>
      <p:ext uri="{BB962C8B-B14F-4D97-AF65-F5344CB8AC3E}">
        <p14:creationId xmlns:p14="http://schemas.microsoft.com/office/powerpoint/2010/main" val="1442503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84</Words>
  <Application>Microsoft Macintosh PowerPoint</Application>
  <PresentationFormat>Widescreen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Kelly Dowd</dc:creator>
  <cp:lastModifiedBy>Kelly Dowd</cp:lastModifiedBy>
  <cp:revision>1</cp:revision>
  <dcterms:created xsi:type="dcterms:W3CDTF">2026-03-12T13:09:18Z</dcterms:created>
  <dcterms:modified xsi:type="dcterms:W3CDTF">2026-03-12T13:53:35Z</dcterms:modified>
</cp:coreProperties>
</file>